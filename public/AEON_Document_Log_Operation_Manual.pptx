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F50F5F-DAB5-FC68-5705-50CEAE933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485477-E115-5139-4709-CEFBAC1D88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ECD3D-3D47-43EA-9BBA-2D8E856C66E0}" type="datetimeFigureOut">
              <a:rPr lang="en-HK" smtClean="0"/>
              <a:t>13/7/2026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930AF-EE65-FFD7-6DE2-77460EA89C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AB152-73D9-B291-1B57-74A6029213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A74B8-175B-4FC2-B636-BB847032ED2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0740887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87663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the AEON Document Log Operation Manual.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of contents listing all sections of the manual.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started: sign-in flow and user role descriptions.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Navigation bar overview and access levels for each menu item.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 Reference Log overview, column descriptions, reference number format, and sequence logic.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E8BE5-B985-8725-3BCF-48A793D6D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64E2F-1307-51E5-61A8-58785E94C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B1BDB9-B93B-6F89-FE11-E68581DBC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 Reference Log overview, column descriptions, reference number format, and sequence logic.</a:t>
            </a:r>
          </a:p>
        </p:txBody>
      </p:sp>
    </p:spTree>
    <p:extLst>
      <p:ext uri="{BB962C8B-B14F-4D97-AF65-F5344CB8AC3E}">
        <p14:creationId xmlns:p14="http://schemas.microsoft.com/office/powerpoint/2010/main" val="1181916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 Records features, fields, and duplicate initial warning.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 import process, CSV template format, and validation rules.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 Management page for admin users - adding, editing, deactivating user accounts.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page for managing system-level settings like the document reference prefix.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slide with contact information.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AEON Document Log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E89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 Manual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Reference Number Management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AEON Delight (Asia) Limited |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54380" y="1467612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3619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463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116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011680" y="1737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Microsoft SSO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4380" y="2290572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5915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286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01168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011680" y="2560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menu and role-based access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54380" y="3113532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18211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108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20116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Reference Log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2011680" y="3383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reference numbers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54380" y="3936492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005072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39319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20116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Records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2011680" y="4206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staff, import, and search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54380" y="4759452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828032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63040" y="4754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201168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2011680" y="5029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 management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54380" y="5582412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650992"/>
            <a:ext cx="411480" cy="4114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63040" y="5577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3"/>
          <p:cNvSpPr/>
          <p:nvPr/>
        </p:nvSpPr>
        <p:spPr>
          <a:xfrm>
            <a:off x="201168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2011680" y="5852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settings and prefix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" y="3429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Getting Started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50292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6" name="Text 3"/>
          <p:cNvSpPr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Sign In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1965960"/>
            <a:ext cx="320040" cy="320040"/>
          </a:xfrm>
          <a:prstGeom prst="ellips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application URL in your browser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2606040"/>
            <a:ext cx="320040" cy="320040"/>
          </a:xfrm>
          <a:prstGeom prst="ellips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6304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"Sign In" button on the landing page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3246120"/>
            <a:ext cx="320040" cy="320040"/>
          </a:xfrm>
          <a:prstGeom prst="ellips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6304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redirected to Microsoft login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3886200"/>
            <a:ext cx="320040" cy="320040"/>
          </a:xfrm>
          <a:prstGeom prst="ellips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company email and password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4526280"/>
            <a:ext cx="320040" cy="320040"/>
          </a:xfrm>
          <a:prstGeom prst="ellips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63040" y="4526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authentication, you will be redirected to the Document Reference Log page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0" y="1188720"/>
            <a:ext cx="50292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8" name="Text 15"/>
          <p:cNvSpPr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675120" y="1920240"/>
            <a:ext cx="4480560" cy="164592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0" name="Shape 17"/>
          <p:cNvSpPr/>
          <p:nvPr/>
        </p:nvSpPr>
        <p:spPr>
          <a:xfrm>
            <a:off x="6789420" y="198882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05740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2011680"/>
            <a:ext cx="28208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(BS Team / IT Team)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85800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View and create document reference logs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858000" y="2679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Edit existing log entries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858000" y="29352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Manage Staff Records (add, edit, import, deactivate)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858000" y="31912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Account Management and Configuration access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675120" y="3794760"/>
            <a:ext cx="4480560" cy="1363836"/>
          </a:xfrm>
          <a:prstGeom prst="roundRect">
            <a:avLst>
              <a:gd name="adj" fmla="val 6154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8" name="Shape 24"/>
          <p:cNvSpPr/>
          <p:nvPr/>
        </p:nvSpPr>
        <p:spPr>
          <a:xfrm>
            <a:off x="6789420" y="3863340"/>
            <a:ext cx="457200" cy="457200"/>
          </a:xfrm>
          <a:prstGeom prst="ellipse">
            <a:avLst/>
          </a:prstGeom>
          <a:solidFill>
            <a:srgbClr val="4B9F6A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931920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31520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(View Only)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858000" y="4297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View document reference logs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858000" y="45537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Create new reference numbers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858000" y="48097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View Staff Records (read-only)</a:t>
            </a:r>
            <a:endParaRPr lang="en-US" sz="11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AB370C-10DB-CCB2-96EE-791B7593A107}"/>
              </a:ext>
            </a:extLst>
          </p:cNvPr>
          <p:cNvSpPr txBox="1"/>
          <p:nvPr/>
        </p:nvSpPr>
        <p:spPr>
          <a:xfrm>
            <a:off x="1394461" y="2266927"/>
            <a:ext cx="436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dirty="0">
                <a:solidFill>
                  <a:srgbClr val="0070C0"/>
                </a:solidFill>
              </a:rPr>
              <a:t>https://aeon-document-log.zeabur.app/log-sheet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" y="3429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Navigation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280160"/>
            <a:ext cx="1069848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6" name="Text 3"/>
          <p:cNvSpPr/>
          <p:nvPr/>
        </p:nvSpPr>
        <p:spPr>
          <a:xfrm>
            <a:off x="822960" y="1325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AEON Document Log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Sheet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Records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3816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332720" y="14173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3A5F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Out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22860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3" name="Shape 10"/>
          <p:cNvSpPr/>
          <p:nvPr/>
        </p:nvSpPr>
        <p:spPr>
          <a:xfrm>
            <a:off x="731520" y="2286000"/>
            <a:ext cx="731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4" name="Text 11"/>
          <p:cNvSpPr/>
          <p:nvPr/>
        </p:nvSpPr>
        <p:spPr>
          <a:xfrm>
            <a:off x="100584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Sheet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05840" y="2724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Reference Log - create and view reference numbers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" y="333756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8" name="Shape 15"/>
          <p:cNvSpPr/>
          <p:nvPr/>
        </p:nvSpPr>
        <p:spPr>
          <a:xfrm>
            <a:off x="731520" y="3337560"/>
            <a:ext cx="7315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9" name="Text 16"/>
          <p:cNvSpPr/>
          <p:nvPr/>
        </p:nvSpPr>
        <p:spPr>
          <a:xfrm>
            <a:off x="100584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Records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05840" y="3776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manage staff members, initials, and contact info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(Admin to edit)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" y="438912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23" name="Shape 20"/>
          <p:cNvSpPr/>
          <p:nvPr/>
        </p:nvSpPr>
        <p:spPr>
          <a:xfrm>
            <a:off x="731520" y="4389120"/>
            <a:ext cx="73152" cy="86868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4" name="Text 21"/>
          <p:cNvSpPr/>
          <p:nvPr/>
        </p:nvSpPr>
        <p:spPr>
          <a:xfrm>
            <a:off x="100584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058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or deactivate admin user accounts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144000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31520" y="544068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28" name="Shape 25"/>
          <p:cNvSpPr/>
          <p:nvPr/>
        </p:nvSpPr>
        <p:spPr>
          <a:xfrm>
            <a:off x="731520" y="5440680"/>
            <a:ext cx="73152" cy="868680"/>
          </a:xfrm>
          <a:prstGeom prst="rect">
            <a:avLst/>
          </a:prstGeom>
          <a:solidFill>
            <a:srgbClr val="E8913A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9" name="Text 26"/>
          <p:cNvSpPr/>
          <p:nvPr/>
        </p:nvSpPr>
        <p:spPr>
          <a:xfrm>
            <a:off x="1005840" y="5532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05840" y="5879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system settings such as the document prefix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144000" y="5669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" y="3429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057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Document Reference Log - Creation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 Document Reference No.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887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Click on the “+” button to obtain a new reference no.</a:t>
            </a:r>
            <a:endParaRPr lang="en-US" sz="13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D10B8BE-BF83-8407-A42D-0580181AB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286000"/>
            <a:ext cx="7185804" cy="159100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5240C37-4BA2-6C4C-218E-3376DD4C51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129" y="4242768"/>
            <a:ext cx="9959979" cy="1907455"/>
          </a:xfrm>
          <a:prstGeom prst="rect">
            <a:avLst/>
          </a:prstGeom>
        </p:spPr>
      </p:pic>
      <p:sp>
        <p:nvSpPr>
          <p:cNvPr id="52" name="Text 4">
            <a:extLst>
              <a:ext uri="{FF2B5EF4-FFF2-40B4-BE49-F238E27FC236}">
                <a16:creationId xmlns:a16="http://schemas.microsoft.com/office/drawing/2014/main" id="{115CF35B-69FD-447C-4BA8-79456E8049CB}"/>
              </a:ext>
            </a:extLst>
          </p:cNvPr>
          <p:cNvSpPr/>
          <p:nvPr/>
        </p:nvSpPr>
        <p:spPr>
          <a:xfrm>
            <a:off x="1142999" y="3877008"/>
            <a:ext cx="10192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Input the corresponding values on the dropdown and textbox and then click “</a:t>
            </a:r>
            <a:r>
              <a:rPr lang="en-HK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button to generate the new reference no. </a:t>
            </a:r>
            <a:endParaRPr lang="en-HK" sz="13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3186D-F1B9-2908-DE41-CBD79B4B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3F8972-A28C-2683-8540-40980E622D57}"/>
              </a:ext>
            </a:extLst>
          </p:cNvPr>
          <p:cNvSpPr/>
          <p:nvPr/>
        </p:nvSpPr>
        <p:spPr>
          <a:xfrm>
            <a:off x="708660" y="3429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7884424-3F7E-86C4-3EE4-DC2093B40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0919A99-97CB-1BEF-1C90-FFB2DA4462B7}"/>
              </a:ext>
            </a:extLst>
          </p:cNvPr>
          <p:cNvSpPr/>
          <p:nvPr/>
        </p:nvSpPr>
        <p:spPr>
          <a:xfrm>
            <a:off x="1371599" y="365760"/>
            <a:ext cx="95753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Document Reference Log – Assignment Logic</a:t>
            </a:r>
            <a:endParaRPr lang="en-US" sz="320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55128720-2934-9A93-5708-CB63A58425E6}"/>
              </a:ext>
            </a:extLst>
          </p:cNvPr>
          <p:cNvSpPr/>
          <p:nvPr/>
        </p:nvSpPr>
        <p:spPr>
          <a:xfrm>
            <a:off x="646981" y="1210114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7E86BC6F-FAB5-0FA7-00AE-1F13F7C40256}"/>
              </a:ext>
            </a:extLst>
          </p:cNvPr>
          <p:cNvSpPr/>
          <p:nvPr/>
        </p:nvSpPr>
        <p:spPr>
          <a:xfrm>
            <a:off x="921301" y="139299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Number Format</a:t>
            </a:r>
            <a:endParaRPr lang="en-US" sz="200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5C177096-2744-3DAC-8CF3-5CEF645AB902}"/>
              </a:ext>
            </a:extLst>
          </p:cNvPr>
          <p:cNvSpPr/>
          <p:nvPr/>
        </p:nvSpPr>
        <p:spPr>
          <a:xfrm>
            <a:off x="1104181" y="1941634"/>
            <a:ext cx="429768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337442C6-E913-AC6D-DF72-983102396DBA}"/>
              </a:ext>
            </a:extLst>
          </p:cNvPr>
          <p:cNvSpPr/>
          <p:nvPr/>
        </p:nvSpPr>
        <p:spPr>
          <a:xfrm>
            <a:off x="1104181" y="194163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 / KK / 249 / 2026 / kk</a:t>
            </a:r>
            <a:endParaRPr lang="en-US" sz="18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896A9E0E-CB44-C6B7-8D28-3775E93AD329}"/>
              </a:ext>
            </a:extLst>
          </p:cNvPr>
          <p:cNvSpPr/>
          <p:nvPr/>
        </p:nvSpPr>
        <p:spPr>
          <a:xfrm>
            <a:off x="1104181" y="258171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</a:t>
            </a:r>
            <a:endParaRPr lang="en-US" sz="12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2166A88-ACB4-9BD5-FC07-606777CE2684}"/>
              </a:ext>
            </a:extLst>
          </p:cNvPr>
          <p:cNvSpPr/>
          <p:nvPr/>
        </p:nvSpPr>
        <p:spPr>
          <a:xfrm>
            <a:off x="1927141" y="258171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(from Configuration)</a:t>
            </a:r>
            <a:endParaRPr lang="en-US" sz="110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40FC86D4-8435-F9FF-29E0-68541EB36128}"/>
              </a:ext>
            </a:extLst>
          </p:cNvPr>
          <p:cNvSpPr/>
          <p:nvPr/>
        </p:nvSpPr>
        <p:spPr>
          <a:xfrm>
            <a:off x="1104181" y="283774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</a:t>
            </a:r>
            <a:endParaRPr lang="en-US" sz="12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E02918AE-9386-4A50-56B4-C2BB1C4DFF54}"/>
              </a:ext>
            </a:extLst>
          </p:cNvPr>
          <p:cNvSpPr/>
          <p:nvPr/>
        </p:nvSpPr>
        <p:spPr>
          <a:xfrm>
            <a:off x="1927141" y="283774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Sender's Initial (uppercase)</a:t>
            </a:r>
            <a:endParaRPr lang="en-US" sz="11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82F56F12-0216-267E-EDB4-EE627AECCD2D}"/>
              </a:ext>
            </a:extLst>
          </p:cNvPr>
          <p:cNvSpPr/>
          <p:nvPr/>
        </p:nvSpPr>
        <p:spPr>
          <a:xfrm>
            <a:off x="1104181" y="309377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</a:t>
            </a:r>
            <a:endParaRPr lang="en-US" sz="12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7329A7CB-0C6B-1D67-596E-5FC8F3B859D3}"/>
              </a:ext>
            </a:extLst>
          </p:cNvPr>
          <p:cNvSpPr/>
          <p:nvPr/>
        </p:nvSpPr>
        <p:spPr>
          <a:xfrm>
            <a:off x="1927141" y="309377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No. (auto-incremented)</a:t>
            </a:r>
            <a:endParaRPr lang="en-US" sz="11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985DB423-390B-F3DA-45E5-A6BFBE0D6547}"/>
              </a:ext>
            </a:extLst>
          </p:cNvPr>
          <p:cNvSpPr/>
          <p:nvPr/>
        </p:nvSpPr>
        <p:spPr>
          <a:xfrm>
            <a:off x="1104181" y="334981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20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A10F6F40-87AB-C09D-734A-50F1C5CD10AE}"/>
              </a:ext>
            </a:extLst>
          </p:cNvPr>
          <p:cNvSpPr/>
          <p:nvPr/>
        </p:nvSpPr>
        <p:spPr>
          <a:xfrm>
            <a:off x="1927141" y="334981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0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FCF886D0-6409-1BB2-5B11-4576D3B9027D}"/>
              </a:ext>
            </a:extLst>
          </p:cNvPr>
          <p:cNvSpPr/>
          <p:nvPr/>
        </p:nvSpPr>
        <p:spPr>
          <a:xfrm>
            <a:off x="1104181" y="360584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</a:t>
            </a:r>
            <a:endParaRPr lang="en-US" sz="120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1BE21FE7-B670-5EBB-17C2-862368811F98}"/>
              </a:ext>
            </a:extLst>
          </p:cNvPr>
          <p:cNvSpPr/>
          <p:nvPr/>
        </p:nvSpPr>
        <p:spPr>
          <a:xfrm>
            <a:off x="1927141" y="360584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Drafter's Initial (lowercase)</a:t>
            </a:r>
            <a:endParaRPr lang="en-US" sz="1100" dirty="0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5670DA11-F422-0648-F0E2-FF0515AD858C}"/>
              </a:ext>
            </a:extLst>
          </p:cNvPr>
          <p:cNvSpPr/>
          <p:nvPr/>
        </p:nvSpPr>
        <p:spPr>
          <a:xfrm>
            <a:off x="646981" y="4227634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0F66B03B-17EF-8F0C-CFD6-0151345FAAE2}"/>
              </a:ext>
            </a:extLst>
          </p:cNvPr>
          <p:cNvSpPr/>
          <p:nvPr/>
        </p:nvSpPr>
        <p:spPr>
          <a:xfrm>
            <a:off x="921301" y="441051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Logic</a:t>
            </a:r>
            <a:endParaRPr lang="en-US" sz="1600" dirty="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698EA31C-3A37-A71C-5254-05F285D62DBC}"/>
              </a:ext>
            </a:extLst>
          </p:cNvPr>
          <p:cNvSpPr/>
          <p:nvPr/>
        </p:nvSpPr>
        <p:spPr>
          <a:xfrm>
            <a:off x="1104181" y="482199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Sequence is grouped by Prefix + Year</a:t>
            </a:r>
            <a:endParaRPr lang="en-US" sz="1100" dirty="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B0BB88FE-6937-7368-3E50-93896BB27C3A}"/>
              </a:ext>
            </a:extLst>
          </p:cNvPr>
          <p:cNvSpPr/>
          <p:nvPr/>
        </p:nvSpPr>
        <p:spPr>
          <a:xfrm>
            <a:off x="1104181" y="514203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Resets to 001 at the start of each new year</a:t>
            </a:r>
            <a:endParaRPr lang="en-US" sz="1100" dirty="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B7135D27-1868-0C6D-6014-A0390F997C5C}"/>
              </a:ext>
            </a:extLst>
          </p:cNvPr>
          <p:cNvSpPr/>
          <p:nvPr/>
        </p:nvSpPr>
        <p:spPr>
          <a:xfrm>
            <a:off x="1104181" y="546207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Based on the sequence column in the database, not the reference text</a:t>
            </a:r>
            <a:endParaRPr lang="en-US" sz="1100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286456E8-9A3B-675D-4341-9A10BB85E107}"/>
              </a:ext>
            </a:extLst>
          </p:cNvPr>
          <p:cNvSpPr/>
          <p:nvPr/>
        </p:nvSpPr>
        <p:spPr>
          <a:xfrm>
            <a:off x="1104181" y="578211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Year filter dropdown shows all years with existing records</a:t>
            </a:r>
            <a:endParaRPr lang="en-US" sz="11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3BB5AD9-EB1A-5E0D-C4E8-D4D57BBC0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140" y="2581714"/>
            <a:ext cx="4496407" cy="21831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3986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" y="3429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Staff Records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6" name="Text 3"/>
          <p:cNvSpPr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9659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Search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554480" y="2212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Name, Initial, Staff No, or Email instantly as you type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7432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Filter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554480" y="2990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Active, Inactive, or All staff records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52044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Staff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554480" y="3767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users can add new staff or edit existing records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429768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5448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Template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1554480" y="4544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CSV template for bulk staff import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507492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5448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1554480" y="5321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CSV file to bulk-create staff records with validation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6400800" y="118872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23" name="Text 15"/>
          <p:cNvSpPr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Fields</a:t>
            </a:r>
            <a:endParaRPr lang="en-US" sz="2000" dirty="0"/>
          </a:p>
        </p:txBody>
      </p:sp>
      <p:sp>
        <p:nvSpPr>
          <p:cNvPr id="24" name="Text 16"/>
          <p:cNvSpPr/>
          <p:nvPr/>
        </p:nvSpPr>
        <p:spPr>
          <a:xfrm>
            <a:off x="685800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804672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89611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name, must be unique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858000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04672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896112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code (e.g. MB, TY)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6858000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No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804672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896112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number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858000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046720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896112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email address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6400800" y="420624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4389120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04088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Initial Warning</a:t>
            </a: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858000" y="4846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red warning message appears above the table when duplicate initials are found among active staff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6858000" y="5166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"Duplicate Initial: TL: Tansy Lee, Timothy Lee"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6858000" y="5486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Initial cells of affected staff are highlighted with a red background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6858000" y="5806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Resolve duplicates by editing the Initial field to ensure uniqueness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" y="3429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Staff Import (Admin Only)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5303520" cy="3090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6" name="Text 3"/>
          <p:cNvSpPr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Template Format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"Download Template" to get a pre-formatted CSV file.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97280" y="2286000"/>
            <a:ext cx="4572000" cy="128016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9" name="Text 6"/>
          <p:cNvSpPr/>
          <p:nvPr/>
        </p:nvSpPr>
        <p:spPr>
          <a:xfrm>
            <a:off x="1280160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Name,Initial,Staff No,Email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2697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 Doe,JD,S001,john.doe@example.com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80160" y="2971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Jane Smith,JS,S002,jane.smith@example.com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80160" y="3246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Mike Lee,ML,,mike.lee@example.com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1188719"/>
            <a:ext cx="5029200" cy="3081355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5" name="Text 12"/>
          <p:cNvSpPr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Import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766560" y="1920240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780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"Download Template" to get the CSV file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66560" y="2286000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7804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staff data following the template format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766560" y="2651760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78040" y="2651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file as CSV (.csv)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766560" y="3017520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78040" y="3017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"Import" and select your CSV file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766560" y="3383280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178040" y="3383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validates and imports valid records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766560" y="3749040"/>
            <a:ext cx="256032" cy="256032"/>
          </a:xfrm>
          <a:prstGeom prst="ellips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17804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Success/error counts are shown via toast notifications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31520" y="4508160"/>
            <a:ext cx="10698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29" name="Text 26"/>
          <p:cNvSpPr/>
          <p:nvPr/>
        </p:nvSpPr>
        <p:spPr>
          <a:xfrm>
            <a:off x="1005840" y="4691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Validation Rules</a:t>
            </a:r>
            <a:endParaRPr lang="en-US" sz="16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5148240"/>
            <a:ext cx="182880" cy="1828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508760" y="5148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Initial, and Email are required for each row</a:t>
            </a:r>
            <a:endParaRPr lang="en-US" sz="12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468280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508760" y="54682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names (vs existing active staff) are rejected</a:t>
            </a:r>
            <a:endParaRPr lang="en-US" sz="12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788320"/>
            <a:ext cx="182880" cy="1828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508760" y="57883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names within the same import file are rejected</a:t>
            </a:r>
            <a:endParaRPr lang="en-US" sz="12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6108360"/>
            <a:ext cx="182880" cy="1828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508760" y="61083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success is supported - valid records import, invalid rows are skipped with error messages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" y="3429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Account Management (Admin Only)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6" name="Text 3"/>
          <p:cNvSpPr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User Accounts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controls who has admin access to the application.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887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26700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"+ Add User" and fill in Name, Email, and Role (Admin or User)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User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34930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"Edit" to modify a user's details or role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8872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720" y="4315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"Deactivate" to disable a user's access (confirmation required)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8872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5138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users appear in a separate section with a "Reactivate" button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0" y="118872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7" name="Text 14"/>
          <p:cNvSpPr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Settings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858000" y="1920240"/>
            <a:ext cx="429768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9" name="Text 16"/>
          <p:cNvSpPr/>
          <p:nvPr/>
        </p:nvSpPr>
        <p:spPr>
          <a:xfrm>
            <a:off x="70408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Role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04088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all features including Staff Records management, Account Management, and Configuration.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858000" y="3108960"/>
            <a:ext cx="4297680" cy="1005840"/>
          </a:xfrm>
          <a:prstGeom prst="roundRect">
            <a:avLst>
              <a:gd name="adj" fmla="val 7273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2" name="Text 19"/>
          <p:cNvSpPr/>
          <p:nvPr/>
        </p:nvSpPr>
        <p:spPr>
          <a:xfrm>
            <a:off x="704088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 (View Only)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040880" y="3474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view Log Sheet and Staff Records, and create new reference numbers. Cannot edit records or access admin pages.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0" y="466344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846320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9516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Notes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858000" y="5212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Users must sign in via Microsoft SSO before they appear in the system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858000" y="55138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Email must match the user's Microsoft account email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858000" y="58155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Users not in Account Management default to "User" role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" y="3429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Configuration (Admin Only)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6" name="Text 3"/>
          <p:cNvSpPr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Configuration page manages system-level settings used across the application.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Configuration Types: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88720" y="2834640"/>
            <a:ext cx="438912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0" name="Text 7"/>
          <p:cNvSpPr/>
          <p:nvPr/>
        </p:nvSpPr>
        <p:spPr>
          <a:xfrm>
            <a:off x="137160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71600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reference prefix (e.g. "ADA")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71600" y="35661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prefix is the first part of every reference number generated by the system. It appears as the first segment in the format: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71600" y="3977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ADA/MB/001/2026/pc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0" y="118872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sp>
        <p:nvSpPr>
          <p:cNvPr id="15" name="Text 12"/>
          <p:cNvSpPr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Actions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8580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Configuration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0" y="22128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"+ Add Configuration", select Type (PREFIX), enter Value, and save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0" y="2898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"Edit" to modify an existing configuration value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5800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0" y="35844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"Delete" to remove a configuration entry (confirmation required)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0" y="42062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389120"/>
            <a:ext cx="228600" cy="228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99516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858000" y="4754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PREFIX value will affect all new reference numbers generated after the change. Existing reference numbers will not be updated.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support or questions, please contact the IT Department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itdept@aeondelightasia.com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AEON Delight (Asia) Limited  |  July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1214</Words>
  <Application>Microsoft Office PowerPoint</Application>
  <PresentationFormat>Widescreen</PresentationFormat>
  <Paragraphs>194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AEON Document Log - Operation Manual</dc:title>
  <dc:subject>AEON Document Log - Operation Manual</dc:subject>
  <dc:creator>AEON Delight Asia</dc:creator>
  <cp:lastModifiedBy>Terry Yang</cp:lastModifiedBy>
  <cp:revision>5</cp:revision>
  <dcterms:created xsi:type="dcterms:W3CDTF">2026-07-13T02:05:30Z</dcterms:created>
  <dcterms:modified xsi:type="dcterms:W3CDTF">2026-07-13T02:33:12Z</dcterms:modified>
</cp:coreProperties>
</file>